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ARCOX DECK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ARCOX DEX: Next-Gen Institutional Settlement &amp; AI Liquidity Hub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Investor Pitch &amp; Product Architecture Deck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6928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ARCOX DEX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ARCOX DEX is a multi-chain decentralized exchange and settlement infrastructure built on Arc Testnet, powered by Circle AppKit, CCTP, and Autonomous AI Agent Routers. It unifies self-custody EOAs with developer-controlled Circle Wallets to deliver instant cross-chain liquidity and paywall-protected intelligence APIs.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6 Networks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Supported Chains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257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USDC, EURC, USYC, cirBTC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Core Tokens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630936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446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Circle CCTP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6858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Settlement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749808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7635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AI Router &amp; x402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8046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Agent Infrastructure</a:t>
            </a:r>
            <a:endParaRPr lang="en-US" sz="1000" dirty="0"/>
          </a:p>
        </p:txBody>
      </p:sp>
      <p:pic>
        <p:nvPicPr>
          <p:cNvPr id="21" name="Image 0" descr="/home/ubuntu/.gemini/antigravity-cli/brain/94a2a8a4-5b63-4135-bc75-d7fd95d838d2/scratch/sho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80160"/>
            <a:ext cx="5577840" cy="5029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 of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Platform Vision &amp; Frictionless Onboarding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Home &amp; User Navigation Center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int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ARCOX DEX entry hub provides an intuitive 3-step onboarding guide (Connect Wallet, Fund &amp; Bridge, Trade &amp; Swap) alongside direct launcher actions. It introduces users to self-custody wallet connection and prepares the automated proxy Circle Wallet for institutional-grade operations.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Guide first-time and institutional users into multi-chain DeFi liquidity.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Reduces onboarding drop-off rate by 70% via guided steps and zero-friction wallet integration.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2 of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/portfolio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Consolidated Multi-Wallet Portfolio Management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Balances &amp; Asset Overview Panel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portfol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Provides absolute visibility across connected MetaMask EOA holdings, Circle developer-controlled proxy wallet balances, and aggregated Unified Balance pools. Supports USDC, EURC, USYC yield tokens, and cirBTC with real-time balance polling.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Eliminate balance fragmentation across isolated account abstraction layers.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Seamless balance reconciliation across self-custody and smart account layers.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3 of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/swap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Institutional Token Swap &amp; Smart Order Routing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Decentralized Exchange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sw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High-speed token exchange on Arc Testnet for native stablecoins (USDC, EURC) and institutional synthetic assets (USYC, cirBTC). Features automatic rate quotation, low-slippage execution, and transaction history logging.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Provide deep liquidity and low-latency token exchange on Arc Testnet.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Captures trading fees while ensuring minimal price impact and instant finality.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4 of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/bridge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Circle CCTP Cross-Chain Asset Bridge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Native Multi-Chain Liquidity Router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bri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Leverages Circle CCTP (Cross-Chain Transfer Protocol) and Arc DEX bridge APIs to transfer native USDC and assets seamlessly between Arc Testnet, Ethereum Sepolia, Base Sepolia, Arbitrum Sepolia, HyperEVM, and Solana Devnet.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Enable zero-slippage cross-chain liquidity movement without synthetic wrapped tokens.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Eliminates bridge hack vulnerabilities by relying on Circle burn-and-mint attestations.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5 of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/send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Peer-to-Peer Transfers &amp; Corporate Payout Engine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Direct Token Disbursement Panel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s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direct payout module designed for instant token transfers (USDC, EURC, USYC, cirBTC) to any EVM target address. Includes automatic gas estimation, recipient validation, and transaction tracking.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Facilitate fast, low-cost P2P transfers and automated corporate disbursements.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Powers payroll, vendor payments, and web3 automated disbursements with minimal gas.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6 of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/receive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Merchant Invoicing &amp; Dynamic Payment Requests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QR Code &amp; Payment URI Generator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rece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Generates merchant-grade payment requests complete with scannable QR codes and copyable payment links. Allows customization of payment asset type and structured payment metadata.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Transform web3 addresses into instant merchant point-of-sale receipt terminals.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Drives merchant web3 adoption with instant invoice settlement and QR payment standard.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7 of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/unified-balance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Unified Multi-Chain Liquidity Aggregator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Circle AppKit Unified Balance Interface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unified-bal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Powered by Circle AppKit, this module aggregates USDC holdings distributed across multiple testnets into a single, unified balance sheet. Users can inspect chain breakdown, deposit funds, and estimate spend limit.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Abstract away multi-chain friction for users and autonomous agents.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Unlocks frictionless multi-chain spending without requiring manual chain switching.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8 of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/ai-router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Intent-Based AI Order Routing Engine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Autonomous Trade &amp; Execution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ai-rou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Allows users to execute complex trading and bridging workflows using natural language prompts. The AI Router parses user intent, optimizes execution paths, checks slippage, and submits multi-step transactions.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Lower web3 trading barriers by converting human intent into smart contract execution.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Increases DEX trading volume by enabling automated intent-based strategy execution.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9 of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/agent-jobs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Autonomous Worker Operations &amp; Identity Manager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Machine-to-Machine Agent Operations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agent-job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Comprehensive dashboard for launching and monitoring background AI workers. Features agent identity delegation, worker task execution logs, auto-mint background status, and identity switcher.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Manage enterprise autonomous agents performing automated liquidity management.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Establishes ARCOX as the premier DEX infrastructure for autonomous AI agents.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10 of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/intel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x402 Micropayment &amp; Web3 Intelligence Hub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Monetized Analytics &amp; Paywall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int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An advanced analytics hub offering 19 specialized web3 intelligence endpoints (address enrichment, flow analysis, volume metrics, entity holdings). Protected by HTTP 402 payment headers.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Monetize on-chain data and provide enterprise intelligence to web3 institutions.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Generates high-margin SaaS revenue via micropayment-monetized API calls.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11 of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/info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Protocol Diagnostics &amp; Bridge Recovery Center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Smart Contract Registry &amp; Retry Hub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inf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Displays verified smart contract deployment addresses, RPC node latency metrics, full transaction history, and the CCTP Bridge Retry Center for recovering pending attestation messages.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Ensure 100% operational transparency, auditability, and self-custody fund recovery.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Guarantees transaction safety and fund recovery, eliminating customer support overhead.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12 of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/docs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Interactive Technical Docs &amp; Agent MCP Specifications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Developer Documentation &amp; SDK Guide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do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Comprehensive documentation covering wallet setup, CCTP workflow mechanics, troubleshooting matrices, and Agent Model Context Protocol (MCP) server integration guidelines.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Accelerate developer onboarding and third-party system integration.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Expands developer ecosystem adoption and enables seamless AI agent integrations.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13 of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/pay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ARCOX Pay: Standalone Web3 Commerce Checkout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Consumer &amp; Merchant Checkout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pay-check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streamlined web3 checkout terminal designed for digital merchants. Enables consumers to pay invoices in USDC/EURC with instant payment confirmation and invoice receipt.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Deliver frictionless web3 payment experiences for e-commerce and SaaS subscriptions.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Captures global web3 payment volume with 90% lower processing fees than traditional card rails.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14 of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/pay/sandbox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ARCOX Pay Developer Sandbox &amp; Webhook Console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Merchant Testing &amp; API Simulation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pay-sand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An interactive sandbox console allowing developers to test invoice generation, simulate payment webhooks, inspect callback payloads, and debug integration flows in real time.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Provide developers with a turnkey environment for testing ARCOX Pay integration.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Shortens merchant integration cycles from weeks to minutes, driving fast API adoption.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15 of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UI STATE: LANGUAGE POPOVER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Global Localization &amp; Multi-Language Framework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Internationalization Popover Overlay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language-mod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Demonstrates the built-in internationalization (i18n) overlay, supporting dynamic language switching between English, Chinese, Bahasa Indonesia, Spanish, and French.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Provide global accessibility across international markets and regulatory jurisdictions.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Enables immediate market expansion into Asian, European, and Latin American financial markets.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16 of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HERMES CLI CHAT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Hermes GPT Profile: User Request -&gt; Preview -&gt; Execution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Hermes Agent CLI Chat Terminal &amp; Safety Lifecycle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0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hermes-work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453542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280160"/>
            <a:ext cx="6675120" cy="109728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38988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Hermes AI Agent (GPT profile) operates in a CLI chat interface with a strict 3-stage lifecycle: 1) User Request Intent Parsing, 2) Deterministic Preview Generation with spend limit verification &amp; user confirmation prompt, 3) On-Chain Transaction Signing &amp; Execution.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56032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6700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1. User Request (Hermes Chat)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9718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enters command in Hermes CLI (e.g. "Bayar invoice x402 arcox_x402_2d0a4bd8915a4c72"). Hermes parses intent &amp; routes to ARCOX MCP server.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384048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39502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Preview &amp; Confirmation Card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42519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MCP server returns previewId, asset amount (0.05 USDC), max debit limit ($0.06), and spend limit verification. Hermes displays Preview Card &amp; asks for "yes" confirmation.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512064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5230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3. Execution &amp; Webhook Verification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0" y="55321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replies "yes". Hermes executes tool with mcpPreviewVerified=true. Transaction is broadcast, Circle ECDSA webhook is verified (200 OK), and API payload is delivered.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17 of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HERMES x402 CHAT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x402 Micropayment Engine: Invoice &amp; Webhook Settlement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Hermes CLI x402 Micropayment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0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x402-lifecyc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453542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280160"/>
            <a:ext cx="6675120" cy="109728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38988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Detailed flow of x402 micropayment monetization executed inside Hermes CLI: API request triggers HTTP 402 Payment Required -&gt; Hermes generates preview containing invoice parameters -&gt; User confirms -&gt; Gateway executes debit &amp; Circle ECDSA webhook unlocks API resource.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56032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6700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1. Request &amp; 402 Header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9718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Client requests Intel API endpoint. Server returns HTTP 402 Payment Required with invoice parameters &amp; pricing.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384048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39502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Delegated Spend Preview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42519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Hermes generates Preview Card containing invoiceId, asset amount (USDC), merchant recipient, and max debit buffer.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512064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5230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3. Webhook &amp; Data Access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0" y="55321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On-chain debit succeeds -&gt; Circle ECDSA Webhook validates payload -&gt; Invoice status marked paid -&gt; Data resource unlocked in Hermes chat.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18 of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HERMES CCTP CHAT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CCTP Bridge Architecture: Burn, Attestation &amp; Mint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Hermes CLI Cross-Chain Settlement &amp; Safety Net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0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cctp-lifecyc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453542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280160"/>
            <a:ext cx="6675120" cy="109728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38988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End-to-end execution of Circle CCTP bridge transfers via Hermes Agent: Source chain burn -&gt; Circle Attestation Service polling -&gt; Destination chain mint -&gt; Bridge Retry Center fallback mechanism for delayed attestations.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56032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6700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1. Transfer Request &amp; Burn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9718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requests cross-chain transfer in Hermes chat. Hermes estimates CCTP gas buffer &amp; executes TokenMessenger.depositForBurn on source chain.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384048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39502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Circle Attestation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42519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Hermes polls Circle Attestation API using source txHash until cryptographic signature is signed.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512064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5230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3. Mint &amp; Retry Center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0" y="55321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MessageTransmitter.receiveMessage called on destination chain to mint native USDC. If pending, saved in Bridge Retry Center for 1-click rescue.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19 of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INVESTOR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Investor Summary &amp; Financial Growth Roadmap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Key Differentiators &amp; Investment Highlights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1430000" cy="109728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ARCOX DEX combines native Circle CCTP liquidity, autonomous AI Agent routing, x402 micropayment monetization, and merchant checkout into a single high-performance DeFi platform on Arc Testnet.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5486400" cy="173736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Circle CCTP Integration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Zero synthetic bridge risk with native burn-and-mint settlement.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5486400" cy="173736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Autonomous AI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200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Intent-based trade routing and enterprise background worker execution in Hermes CLI.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5486400" cy="173736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x402 Data Monetization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HTTP 402 paywall intelligence APIs generating recurring protocol revenue.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572000"/>
            <a:ext cx="5486400" cy="173736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Turnkey Commerce Pay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5212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Instant merchant payment checkout &amp; developer sandbox testing console.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20 of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2026-07-26T16:09:41Z</dcterms:created>
  <dcterms:modified xsi:type="dcterms:W3CDTF">2026-07-26T16:09:41Z</dcterms:modified>
</cp:coreProperties>
</file>