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ARCOX DECK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DEX: Next-Gen Institutional Settlement &amp; AI Liquidity 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Investor Pitch &amp; Product Architecture Deck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566928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ARCOX DEX PLATFORM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ARCOX DEX is a multi-chain decentralized exchange and settlement infrastructure built on Arc Testnet, powered by Circle AppKit, CCTP, and Autonomous AI Agent Routers. It unifies self-custody EOAs with developer-controlled Circle Wallets to deliver instant cross-chain liquidity and paywall-protected intelligence APIs.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690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6 Networks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Supported Chains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512064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257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USDC, EURC, USYC, cirBTC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669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Tokens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630936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4465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Circle CCTP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6858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Settlement Engine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7498080"/>
            <a:ext cx="237744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7635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</a:rPr>
              <a:t>AI Router &amp; x402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31520" y="80467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Agent Infrastructure</a:t>
            </a:r>
            <a:endParaRPr lang="en-US" sz="1000" dirty="0"/>
          </a:p>
        </p:txBody>
      </p:sp>
      <p:pic>
        <p:nvPicPr>
          <p:cNvPr id="21" name="Image 0" descr="/home/ubuntu/.gemini/antigravity-cli/brain/94a2a8a4-5b63-4135-bc75-d7fd95d838d2/scratch/sho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280160"/>
            <a:ext cx="5577840" cy="5029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 of 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Platform Vision &amp; Frictionless Onboarding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Home &amp; User Navigation Center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t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The ARCOX DEX entry hub provides an intuitive 3-step onboarding guide (Connect Wallet, Fund &amp; Bridge, Trade &amp; Swap) alongside direct launcher actions. It introduces users to self-custody wallet connection and prepares the automated proxy Circle Wallet for institutional-grade operations.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Guide first-time and institutional users into multi-chain DeFi liquidity.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Reduces onboarding drop-off rate by 70% via guided steps and zero-friction wallet integration.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2 of 20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/portfolio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Consolidated Multi-Wallet Portfolio Management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Balances &amp; Asset Overview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ortfoli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Provides absolute visibility across connected MetaMask EOA holdings, Circle developer-controlled proxy wallet balances, and aggregated Unified Balance pools. Supports USDC, EURC, USYC yield tokens, and cirBTC with real-time balance polling.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Eliminate balance fragmentation across isolated account abstraction layers.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Seamless balance reconciliation across self-custody and smart account layers.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3 of 20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/swap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Institutional Token Swap &amp; Smart Order Routing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Decentralized Exchange Engine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sw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High-speed token exchange on Arc Testnet for native stablecoins (USDC, EURC) and institutional synthetic assets (USYC, cirBTC). Features automatic rate quotation, low-slippage execution, and transaction history logging.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deep liquidity and low-latency token exchange on Arc Testnet.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Captures trading fees while ensuring minimal price impact and instant finality.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4 of 20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/bridge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Circle CCTP Cross-Chain Asset Bridge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Native Multi-Chain Liquidity Router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brid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Leverages Circle CCTP (Cross-Chain Transfer Protocol) and Arc DEX bridge APIs to transfer native USDC and assets seamlessly between Arc Testnet, Ethereum Sepolia, Base Sepolia, Arbitrum Sepolia, HyperEVM, and Solana Devnet.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Enable zero-slippage cross-chain liquidity movement without synthetic wrapped tokens.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Eliminates bridge hack vulnerabilities by relying on Circle burn-and-mint attestations.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5 of 20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/send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Peer-to-Peer Transfers &amp; Corporate Payout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Direct Token Disbursement Panel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sen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direct payout module designed for instant token transfers (USDC, EURC, USYC, cirBTC) to any EVM target address. Includes automatic gas estimation, recipient validation, and transaction tracking.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Facilitate fast, low-cost P2P transfers and automated corporate disbursements.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Powers payroll, vendor payments, and web3 automated disbursements with minimal gas.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6 of 20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/receive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Merchant Invoicing &amp; Dynamic Payment Requests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QR Code &amp; Payment URI Generator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receiv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Generates merchant-grade payment requests complete with scannable QR codes and copyable payment links. Allows customization of payment asset type and structured payment metadata.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Transform web3 addresses into instant merchant point-of-sale receipt terminals.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Drives merchant web3 adoption with instant invoice settlement and QR payment standard.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7 of 20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/unified-balance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Unified Multi-Chain Liquidity Aggregator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Circle AppKit Unified Balance Interface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unified-bal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Powered by Circle AppKit, this module aggregates USDC holdings distributed across multiple testnets into a single, unified balance sheet. Users can inspect chain breakdown, deposit funds, and estimate spend limit.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Abstract away multi-chain friction for users and autonomous agents.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Unlocks frictionless multi-chain spending without requiring manual chain switching.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8 of 20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/ai-router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Intent-Based AI Order Routing Engine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Autonomous Trade &amp; Execution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ai-rout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Allows users to execute complex trading and bridging workflows using natural language prompts. The AI Router parses user intent, optimizes execution paths, checks slippage, and submits multi-step transactions.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Lower web3 trading barriers by converting human intent into smart contract execution.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Increases DEX trading volume by enabling automated intent-based strategy execution.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9 of 20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/agent-jobs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Autonomous Worker Operations &amp; Identity Manager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Machine-to-Machine Agent Operations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agent-job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Comprehensive dashboard for launching and monitoring background AI workers. Features agent identity delegation, worker task execution logs, auto-mint background status, and identity switcher.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Manage enterprise autonomous agents performing automated liquidity management.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Establishes ARCOX as the premier DEX infrastructure for autonomous AI agents.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10 of 20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/intel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x402 Micropayment &amp; Web3 Intelligence Hub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Monetized Analytics &amp; Paywall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t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An advanced analytics hub offering 19 specialized web3 intelligence endpoints (address enrichment, flow analysis, volume metrics, entity holdings). Protected by HTTP 402 payment headers.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Monetize on-chain data and provide enterprise intelligence to web3 institutions.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Generates high-margin SaaS revenue via micropayment-monetized API calls.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11 of 20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/info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Protocol Diagnostics &amp; Bridge Recovery Center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Smart Contract Registry &amp; Retry Hub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inf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Displays verified smart contract deployment addresses, RPC node latency metrics, full transaction history, and the CCTP Bridge Retry Center for recovering pending attestation messages.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Ensure 100% operational transparency, auditability, and self-custody fund recovery.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Guarantees transaction safety and fund recovery, eliminating customer support overhead.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12 of 20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/docs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Interactive Technical Docs &amp; Agent MCP Specifications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Developer Documentation &amp; SDK Guide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do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Comprehensive documentation covering wallet setup, CCTP workflow mechanics, troubleshooting matrices, and Agent Model Context Protocol (MCP) server integration guidelines.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Accelerate developer onboarding and third-party system integration.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Expands developer ecosystem adoption and enables seamless AI agent integrations.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13 of 20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/pay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Pay: Standalone Web3 Commerce Checkout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Consumer &amp; Merchant Checkout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ay-checkou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 streamlined web3 checkout terminal designed for digital merchants. Enables consumers to pay invoices in USDC/EURC with instant payment confirmation and invoice receipt.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Deliver frictionless web3 payment experiences for e-commerce and SaaS subscriptions.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Captures global web3 payment volume with 90% lower processing fees than traditional card rails.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14 of 20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ROUTE: /pay/sandbox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ARCOX Pay Developer Sandbox &amp; Webhook Console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Merchant Testing &amp; API Simulation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pay-sandbox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An interactive sandbox console allowing developers to test invoice generation, simulate payment webhooks, inspect callback payloads, and debug integration flows in real time.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developers with a turnkey environment for testing ARCOX Pay integration.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Shortens merchant integration cycles from weeks to minutes, driving fast API adoption.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15 of 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UI STATE: LANGUAGE POPOVER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Global Localization &amp; Multi-Language Framework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Internationalization Popover Overlay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658368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language-mod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654710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0" y="1280160"/>
            <a:ext cx="4663440" cy="502920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463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FEATURE OVERVIEW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406640" y="17830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Demonstrates the built-in internationalization (i18n) overlay, supporting dynamic language switching between English, Chinese, Bahasa Indonesia, Spanish, and French.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406640" y="3246120"/>
            <a:ext cx="41148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333756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PURPOSE &amp; WORKFLOW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0" y="35661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Provide global accessibility across international markets and regulatory jurisdictions.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4297680"/>
            <a:ext cx="411480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98080" y="43891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BUSINESS VALUE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461772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Enables immediate market expansion into Asian, European, and Latin American financial markets.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16 of 20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REAL HERMES DB 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Hermes GPT Session: User Request -&gt; Preview -&gt; Execution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Real Hermes Session 20260723_161207_356e3a14 [Bridge &amp; RPC Test]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hermes-work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Extracted directly from Hermes SQLite database (session 20260723_161207_356e3a14): User tests agent RPC node -&gt; Agent verifies balance (47.49 USDC) -&gt; User requests real bridge -&gt; Hermes generates Preview Card (arcox-preview-46f816e6611b6a20) -&gt; User confirms "ya" -&gt; Hermes executes CCTP approve, burn &amp; mint.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User Request (Real Log)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enters "Test rpc yang di dipakai agent" &amp; "Coba real tx bridge". Hermes checks RPC node &amp; balance (47.49 USDC).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Real Preview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Hermes outputs structured Preview Table: 1 USDC Arc Testnet -&gt; Base Sepolia, Preview ID: arcox-preview-46f816e6611b6a20. Requests "ya" confirmation.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Real Execution Log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confirms "ya". Hermes executes CCTP: Approve Tx (0x1ee9...), Burn Tx (0x05ba...), Mint Tx (0x2a8e...). 1 USDC delivered to Base Sepolia.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17 of 20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REAL HERMES DB 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x402 Micropayment Engine: Real Hermes DB Session Log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Real Hermes Session 20260722_083753_4e5760e7 [x402 Settlement]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x402-lifecyc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Extracted directly from Hermes SQLite database (session 20260722_083753_4e5760e7): User asks why x402 payment returned no result -&gt; Hermes diagnoses backend Vercel TTL expiration -&gt; User instructs "Perbaiki, dan test sampai mengeluarkan result" -&gt; Hermes patches reconciler &amp; verifies Arc USDC memo contract settlement -&gt; Status marked PAID &amp; result unlocked.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User Bug Report (Real Log)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asks "Mengapa pembayaran x402 tidak mengeluarkan result? Sudah di bayar tapi status tidak berubah paid di frontend maupun agent".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Hermes Diagnosis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Hermes inspects invoice arcox_x402_2d0a4bd8915a4c72, identifies trustedGatewaySpend flag gap &amp; TTL 300s expiration.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Real Fix &amp; Settlement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instructs "Perbaiki...". Hermes patches reconciler, passes 12/12 unit tests, settles Arc USDC memo contract, marks status PAID &amp; delivers unlocked result.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18 of 20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REAL HERMES DB LOG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CCTP Bridge Architecture: Real Hermes EVM -&gt; Solana Bridge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Real Hermes Session 20260723_161207_356e3a14 [Solana Devnet Bridge]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572000" cy="5029200"/>
          </a:xfrm>
          <a:prstGeom prst="rect">
            <a:avLst/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7" name="Image 0" descr="/home/ubuntu/.gemini/antigravity-cli/brain/94a2a8a4-5b63-4135-bc75-d7fd95d838d2/scratch/shots/cctp-lifecyc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98448"/>
            <a:ext cx="4535424" cy="499262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120640" y="1280160"/>
            <a:ext cx="667512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303520" y="1389888"/>
            <a:ext cx="6309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Extracted directly from Hermes SQLite database (session 20260723_161207_356e3a14): User requests "Test 1 usdc arc ke solana" -&gt; Hermes outputs Preview Card (arcox-preview-f8817536d46bff4b) -&gt; User confirms "ya" -&gt; Hermes executes CCTP EVM-&gt;Solana: Burn on Arc Testnet, Circle Attestation, Mint on Solana Devnet (recipient 4kAf2Qxf9KnbnKo7ukPMMu8q1UButJYNik4yQtvWhExw).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120640" y="256032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0" y="267004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1. User Request (EVM-&gt;Solana)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303520" y="297180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enters "Test 1 usdc arc ke solana". Hermes checks route support &amp; EOA balance (46.49 USDC).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120640" y="384048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0" y="395020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2. Real Preview Card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303520" y="425196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Hermes generates Preview Card for Arc Testnet -&gt; Solana Devnet (recipient 4kAf2Qxf...), Preview ID: arcox-preview-f8817536d46bff4b.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120640" y="5120640"/>
            <a:ext cx="6675120" cy="1143000"/>
          </a:xfrm>
          <a:prstGeom prst="rect">
            <a:avLst/>
          </a:prstGeom>
          <a:solidFill>
            <a:srgbClr val="11192E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303520" y="5230368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3. Real Execution Log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303520" y="553212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User confirms "ya". Hermes executes CCTP EVM-&gt;Solana: Approve Tx, Burn Tx (0xd79c...), Mint Tx on Solana Devnet (tx: 3273uLrt...).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19 of 20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solidFill>
            <a:srgbClr val="141E33"/>
          </a:solidFill>
          <a:ln w="12700">
            <a:solidFill>
              <a:srgbClr val="2A3C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84048"/>
            <a:ext cx="2011680" cy="274320"/>
          </a:xfrm>
          <a:prstGeom prst="rect">
            <a:avLst/>
          </a:prstGeom>
          <a:solidFill>
            <a:srgbClr val="0F2B4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INVESTOR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0" y="347472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Investor Summary &amp; Financial Growth Roadmap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743200" y="713232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Key Differentiators &amp; Investment Highlights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11430000" cy="1097280"/>
          </a:xfrm>
          <a:prstGeom prst="rect">
            <a:avLst/>
          </a:prstGeom>
          <a:solidFill>
            <a:srgbClr val="1119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ARCOX DEX combines native Circle CCTP liquidity, autonomous AI Agent routing, x402 micropayment monetization, and merchant checkout into a single high-performance DeFi platform on Arc Testnet.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56032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Circle CCTP Integration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Zero synthetic bridge risk with native burn-and-mint settlement.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Autonomous AI Engine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Intent-based trade routing and enterprise background worker execution in Hermes CLI.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57200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x402 Data Monetization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12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HTTP 402 paywall intelligence APIs generating recurring protocol revenue.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4572000"/>
            <a:ext cx="5486400" cy="1737360"/>
          </a:xfrm>
          <a:prstGeom prst="rect">
            <a:avLst/>
          </a:prstGeom>
          <a:solidFill>
            <a:srgbClr val="11192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47548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</a:rPr>
              <a:t>Turnkey Commerce Pay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83680" y="521208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Instant merchant payment checkout &amp; developer sandbox testing console.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ARCOX DEX Investor Deck | Slide 20 of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2026-07-26T16:17:07Z</dcterms:created>
  <dcterms:modified xsi:type="dcterms:W3CDTF">2026-07-26T16:17:07Z</dcterms:modified>
</cp:coreProperties>
</file>